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423" r:id="rId2"/>
    <p:sldId id="4573" r:id="rId3"/>
    <p:sldId id="4574" r:id="rId4"/>
    <p:sldId id="4576" r:id="rId5"/>
    <p:sldId id="4575" r:id="rId6"/>
    <p:sldId id="256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C44FA6-CC42-FE4A-AF89-1DCED5D05B69}" v="1" dt="2026-02-02T10:20:55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10"/>
  </p:normalViewPr>
  <p:slideViewPr>
    <p:cSldViewPr snapToGrid="0">
      <p:cViewPr varScale="1">
        <p:scale>
          <a:sx n="116" d="100"/>
          <a:sy n="116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itsuna Imamura" userId="5b2da16fa1785921" providerId="LiveId" clId="{33F32BBD-F384-5180-A48B-EBDC93943B01}"/>
    <pc:docChg chg="custSel addSld delSld modSld">
      <pc:chgData name="Noritsuna Imamura" userId="5b2da16fa1785921" providerId="LiveId" clId="{33F32BBD-F384-5180-A48B-EBDC93943B01}" dt="2026-02-02T10:23:06.766" v="47" actId="20577"/>
      <pc:docMkLst>
        <pc:docMk/>
      </pc:docMkLst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457667663" sldId="256"/>
        </pc:sldMkLst>
      </pc:sldChg>
      <pc:sldChg chg="add">
        <pc:chgData name="Noritsuna Imamura" userId="5b2da16fa1785921" providerId="LiveId" clId="{33F32BBD-F384-5180-A48B-EBDC93943B01}" dt="2026-02-02T10:20:55.151" v="14"/>
        <pc:sldMkLst>
          <pc:docMk/>
          <pc:sldMk cId="894218861" sldId="256"/>
        </pc:sldMkLst>
      </pc:sldChg>
      <pc:sldChg chg="del">
        <pc:chgData name="Noritsuna Imamura" userId="5b2da16fa1785921" providerId="LiveId" clId="{33F32BBD-F384-5180-A48B-EBDC93943B01}" dt="2026-02-02T10:20:22.896" v="10" actId="2696"/>
        <pc:sldMkLst>
          <pc:docMk/>
          <pc:sldMk cId="342297171" sldId="260"/>
        </pc:sldMkLst>
      </pc:sldChg>
      <pc:sldChg chg="del">
        <pc:chgData name="Noritsuna Imamura" userId="5b2da16fa1785921" providerId="LiveId" clId="{33F32BBD-F384-5180-A48B-EBDC93943B01}" dt="2026-02-02T10:20:22.896" v="10" actId="2696"/>
        <pc:sldMkLst>
          <pc:docMk/>
          <pc:sldMk cId="3681333138" sldId="261"/>
        </pc:sldMkLst>
      </pc:sldChg>
      <pc:sldChg chg="modSp del mod">
        <pc:chgData name="Noritsuna Imamura" userId="5b2da16fa1785921" providerId="LiveId" clId="{33F32BBD-F384-5180-A48B-EBDC93943B01}" dt="2026-02-02T10:20:12.841" v="9" actId="2696"/>
        <pc:sldMkLst>
          <pc:docMk/>
          <pc:sldMk cId="154660389" sldId="316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286719847" sldId="317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1655586770" sldId="318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380209660" sldId="335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652582140" sldId="338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906409826" sldId="4351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2541329781" sldId="4417"/>
        </pc:sldMkLst>
      </pc:sldChg>
      <pc:sldChg chg="del">
        <pc:chgData name="Noritsuna Imamura" userId="5b2da16fa1785921" providerId="LiveId" clId="{33F32BBD-F384-5180-A48B-EBDC93943B01}" dt="2026-02-02T10:20:22.896" v="10" actId="2696"/>
        <pc:sldMkLst>
          <pc:docMk/>
          <pc:sldMk cId="2144489418" sldId="4422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2460053199" sldId="4477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936911519" sldId="4481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2688144880" sldId="4484"/>
        </pc:sldMkLst>
      </pc:sldChg>
      <pc:sldChg chg="del">
        <pc:chgData name="Noritsuna Imamura" userId="5b2da16fa1785921" providerId="LiveId" clId="{33F32BBD-F384-5180-A48B-EBDC93943B01}" dt="2026-02-02T10:20:22.896" v="10" actId="2696"/>
        <pc:sldMkLst>
          <pc:docMk/>
          <pc:sldMk cId="2832259459" sldId="4523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3054844838" sldId="4524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769980419" sldId="4525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3292200973" sldId="4526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3529138643" sldId="4527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2368044935" sldId="4528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2081605517" sldId="4530"/>
        </pc:sldMkLst>
      </pc:sldChg>
      <pc:sldChg chg="del">
        <pc:chgData name="Noritsuna Imamura" userId="5b2da16fa1785921" providerId="LiveId" clId="{33F32BBD-F384-5180-A48B-EBDC93943B01}" dt="2026-02-02T10:20:22.896" v="10" actId="2696"/>
        <pc:sldMkLst>
          <pc:docMk/>
          <pc:sldMk cId="2835567474" sldId="4533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1718001353" sldId="4534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1326589852" sldId="4542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1627817156" sldId="4543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970155590" sldId="4545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2441858952" sldId="4547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2988580093" sldId="4552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2042674501" sldId="4556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810926" sldId="4558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3537041651" sldId="4562"/>
        </pc:sldMkLst>
      </pc:sldChg>
      <pc:sldChg chg="modSp del mod">
        <pc:chgData name="Noritsuna Imamura" userId="5b2da16fa1785921" providerId="LiveId" clId="{33F32BBD-F384-5180-A48B-EBDC93943B01}" dt="2026-02-02T10:20:22.896" v="10" actId="2696"/>
        <pc:sldMkLst>
          <pc:docMk/>
          <pc:sldMk cId="3028097871" sldId="4565"/>
        </pc:sldMkLst>
      </pc:sldChg>
      <pc:sldChg chg="del">
        <pc:chgData name="Noritsuna Imamura" userId="5b2da16fa1785921" providerId="LiveId" clId="{33F32BBD-F384-5180-A48B-EBDC93943B01}" dt="2026-02-02T10:20:22.896" v="10" actId="2696"/>
        <pc:sldMkLst>
          <pc:docMk/>
          <pc:sldMk cId="4142390305" sldId="4566"/>
        </pc:sldMkLst>
      </pc:sldChg>
      <pc:sldChg chg="del">
        <pc:chgData name="Noritsuna Imamura" userId="5b2da16fa1785921" providerId="LiveId" clId="{33F32BBD-F384-5180-A48B-EBDC93943B01}" dt="2026-02-02T10:20:12.841" v="9" actId="2696"/>
        <pc:sldMkLst>
          <pc:docMk/>
          <pc:sldMk cId="3977662701" sldId="4567"/>
        </pc:sldMkLst>
      </pc:sldChg>
      <pc:sldChg chg="del">
        <pc:chgData name="Noritsuna Imamura" userId="5b2da16fa1785921" providerId="LiveId" clId="{33F32BBD-F384-5180-A48B-EBDC93943B01}" dt="2026-02-02T10:20:22.896" v="10" actId="2696"/>
        <pc:sldMkLst>
          <pc:docMk/>
          <pc:sldMk cId="2029528093" sldId="4568"/>
        </pc:sldMkLst>
      </pc:sldChg>
      <pc:sldChg chg="del">
        <pc:chgData name="Noritsuna Imamura" userId="5b2da16fa1785921" providerId="LiveId" clId="{33F32BBD-F384-5180-A48B-EBDC93943B01}" dt="2026-02-02T10:20:22.896" v="10" actId="2696"/>
        <pc:sldMkLst>
          <pc:docMk/>
          <pc:sldMk cId="2782202577" sldId="4569"/>
        </pc:sldMkLst>
      </pc:sldChg>
      <pc:sldChg chg="del">
        <pc:chgData name="Noritsuna Imamura" userId="5b2da16fa1785921" providerId="LiveId" clId="{33F32BBD-F384-5180-A48B-EBDC93943B01}" dt="2026-02-02T10:20:22.896" v="10" actId="2696"/>
        <pc:sldMkLst>
          <pc:docMk/>
          <pc:sldMk cId="1275167199" sldId="4570"/>
        </pc:sldMkLst>
      </pc:sldChg>
      <pc:sldChg chg="del">
        <pc:chgData name="Noritsuna Imamura" userId="5b2da16fa1785921" providerId="LiveId" clId="{33F32BBD-F384-5180-A48B-EBDC93943B01}" dt="2026-02-02T10:20:22.896" v="10" actId="2696"/>
        <pc:sldMkLst>
          <pc:docMk/>
          <pc:sldMk cId="2377221949" sldId="4571"/>
        </pc:sldMkLst>
      </pc:sldChg>
      <pc:sldChg chg="del">
        <pc:chgData name="Noritsuna Imamura" userId="5b2da16fa1785921" providerId="LiveId" clId="{33F32BBD-F384-5180-A48B-EBDC93943B01}" dt="2026-02-02T10:20:22.896" v="10" actId="2696"/>
        <pc:sldMkLst>
          <pc:docMk/>
          <pc:sldMk cId="4080351507" sldId="4572"/>
        </pc:sldMkLst>
      </pc:sldChg>
      <pc:sldChg chg="delSp new mod">
        <pc:chgData name="Noritsuna Imamura" userId="5b2da16fa1785921" providerId="LiveId" clId="{33F32BBD-F384-5180-A48B-EBDC93943B01}" dt="2026-02-02T10:20:32.624" v="13" actId="478"/>
        <pc:sldMkLst>
          <pc:docMk/>
          <pc:sldMk cId="428239958" sldId="4575"/>
        </pc:sldMkLst>
        <pc:spChg chg="del">
          <ac:chgData name="Noritsuna Imamura" userId="5b2da16fa1785921" providerId="LiveId" clId="{33F32BBD-F384-5180-A48B-EBDC93943B01}" dt="2026-02-02T10:20:32.624" v="13" actId="478"/>
          <ac:spMkLst>
            <pc:docMk/>
            <pc:sldMk cId="428239958" sldId="4575"/>
            <ac:spMk id="2" creationId="{C174D431-8002-FF66-6853-0B2E56B19762}"/>
          </ac:spMkLst>
        </pc:spChg>
        <pc:spChg chg="del">
          <ac:chgData name="Noritsuna Imamura" userId="5b2da16fa1785921" providerId="LiveId" clId="{33F32BBD-F384-5180-A48B-EBDC93943B01}" dt="2026-02-02T10:20:30.512" v="12" actId="478"/>
          <ac:spMkLst>
            <pc:docMk/>
            <pc:sldMk cId="428239958" sldId="4575"/>
            <ac:spMk id="3" creationId="{CCDC161D-8741-C11B-0CFB-D71E6E303DA3}"/>
          </ac:spMkLst>
        </pc:spChg>
      </pc:sldChg>
      <pc:sldChg chg="modSp add mod">
        <pc:chgData name="Noritsuna Imamura" userId="5b2da16fa1785921" providerId="LiveId" clId="{33F32BBD-F384-5180-A48B-EBDC93943B01}" dt="2026-02-02T10:23:06.766" v="47" actId="20577"/>
        <pc:sldMkLst>
          <pc:docMk/>
          <pc:sldMk cId="3404309810" sldId="4576"/>
        </pc:sldMkLst>
        <pc:spChg chg="mod">
          <ac:chgData name="Noritsuna Imamura" userId="5b2da16fa1785921" providerId="LiveId" clId="{33F32BBD-F384-5180-A48B-EBDC93943B01}" dt="2026-02-02T10:23:06.766" v="47" actId="20577"/>
          <ac:spMkLst>
            <pc:docMk/>
            <pc:sldMk cId="3404309810" sldId="4576"/>
            <ac:spMk id="3" creationId="{D389D4F6-8676-A3B4-0F0D-6DDCBF19EE90}"/>
          </ac:spMkLst>
        </pc:spChg>
      </pc:sldChg>
      <pc:sldMasterChg chg="delSldLayout">
        <pc:chgData name="Noritsuna Imamura" userId="5b2da16fa1785921" providerId="LiveId" clId="{33F32BBD-F384-5180-A48B-EBDC93943B01}" dt="2026-02-02T10:20:12.841" v="9" actId="2696"/>
        <pc:sldMasterMkLst>
          <pc:docMk/>
          <pc:sldMasterMk cId="887606969" sldId="2147483648"/>
        </pc:sldMasterMkLst>
        <pc:sldLayoutChg chg="del">
          <pc:chgData name="Noritsuna Imamura" userId="5b2da16fa1785921" providerId="LiveId" clId="{33F32BBD-F384-5180-A48B-EBDC93943B01}" dt="2026-02-02T10:20:12.841" v="9" actId="2696"/>
          <pc:sldLayoutMkLst>
            <pc:docMk/>
            <pc:sldMasterMk cId="887606969" sldId="2147483648"/>
            <pc:sldLayoutMk cId="2970899804" sldId="214748366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21326-0080-475F-B3A7-C8B8FA1FF850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622CD-9DB7-4903-8997-52FC5A06B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467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C93F5D-5A8F-FDB8-2312-7C365AD8B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FEFC5D-E911-2492-EBF4-7C560C93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3B3258-3956-C471-1ADB-DB8BF696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2FA95B-9B52-9CD7-0253-D859773DE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22BE04-F456-2AE2-4548-B04DECF6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35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FAF400-16E7-E995-08C1-2C0218762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3EBF62-8C7A-7C59-44A8-8823C46B9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C12D1F-438B-987B-0E13-209BF475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3850D2-C198-C3DE-5F3E-A90C2CDB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CFAF48-9A80-07F4-6313-B54A98BC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306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17D37A-2BED-2A6D-3DC1-3366B2B9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9E5F7D-DDFE-F9E4-DD54-378E23232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746527-D040-5443-0177-6E40053F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D0907D-4C21-8883-E947-6448A266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7463B1-60A0-C6E4-E841-3B19AA77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1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159964-01BF-57FB-1CC0-19C0CC15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02D120-064F-01CF-5AFC-13C874239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FE018C-6A77-5633-B8D9-D6CDFFCB4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F5BCDA-9627-B7A3-BEA8-BD42F6A58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46805F-154A-1405-1304-7A49F1C32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D934C6-63F5-13B4-C47C-FE75C55E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4589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BF59BD-743C-1A3C-1E06-EC0400A6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F6E40B-496A-6A6B-A7C4-CF7C222CA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88F5C6-F0BB-14AC-664D-44F4C249F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F23BAD-5894-849A-FB08-DBAC3B7A7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9F7EE4B-E5D2-8485-7D50-9F7EE4A67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497A9B-9487-E362-2EEC-84350C3EB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4F98089-AE1C-4D0B-918A-D2F72444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73869A7-0F05-037D-5575-90FA0991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603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C266B5-A3FD-2F5B-DA35-F62463E8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EE9F867-0389-BABB-FF08-49CC450D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7FC3487-4C5B-B907-947A-8EA8C83B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439496-1F32-61E8-C39A-D45B8552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469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C9428BF-1252-6C67-319E-E065E485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24461D5-0D80-437B-3694-DDF8E184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209D58-D1D3-B05C-8F82-6643571C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3087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C296BB-62CA-F9BF-D33A-BE523E2C4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C2CE8F-D3F1-84FD-7F58-3624D6960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141728-00DD-F741-C725-5EA588964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BAC48E-17F5-862E-6C47-9E90C5EF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234C07-7608-48DC-D31A-4921EB41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1BA1F6-CAD1-C8B3-4F85-773F4B3F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61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22E443-800B-9B00-582A-E7716B7A3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E6FBA55-244A-22B9-9FBA-3B26EF346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C9A178-486E-7B9E-98DC-B4F57D3E5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A21B99-B569-1EAF-B3BC-22A8D0A0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B9A3BF-6B40-E5BD-F983-7CE74330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AE6CFA-6006-3095-1000-7B85E874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409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257FDA-8B10-4222-3F59-DAB8A187D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2089F2-3262-40ED-F06D-E15176516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9F5A08-024F-5D32-D108-70A8B568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90CA08-2B2E-4DB2-C52F-6891A4D2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8F03D2-F662-D11F-B767-105EA4B8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218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D17F1B-6923-610E-A2F0-00E67DDF9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EFECBA-16C2-120C-7835-BFE596806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C56837-B10D-939E-7AF1-0F15E10B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400E88-F4FB-BA69-F430-2AAEFF66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A45F3F-E688-8178-C24F-80B28234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53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E3104D9-8B30-271E-216D-1EE578F41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8251DA-8D21-09F0-F57E-00A5B3B6F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3B0B8C-32D5-5533-6AE7-6AD1BFE32D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8B33F-4E30-40CF-8982-DA02651F1878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D8CDA1-39F0-D06D-1F0F-CAAFD6D2D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BBBAB3-0A47-3C1D-2A1A-5A3441106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760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8" name="Arc 2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E71F69C-C091-8FF0-4960-A5959FDDC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857865"/>
            <a:ext cx="6297038" cy="1325563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日本発の</a:t>
            </a:r>
            <a:r>
              <a:rPr kumimoji="1" lang="en-US" altLang="ja-JP" dirty="0"/>
              <a:t>OpenMPW</a:t>
            </a:r>
            <a:r>
              <a:rPr kumimoji="1" lang="ja-JP" altLang="en-US" dirty="0"/>
              <a:t>！</a:t>
            </a:r>
          </a:p>
        </p:txBody>
      </p:sp>
      <p:sp>
        <p:nvSpPr>
          <p:cNvPr id="19" name="Freeform: Shape 2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B892F8-5F5B-0461-96B7-63C57EED7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7746" y="2183428"/>
            <a:ext cx="6206296" cy="3941691"/>
          </a:xfrm>
        </p:spPr>
        <p:txBody>
          <a:bodyPr>
            <a:normAutofit/>
          </a:bodyPr>
          <a:lstStyle/>
          <a:p>
            <a:r>
              <a:rPr lang="en-US" altLang="ja-JP" dirty="0"/>
              <a:t>OpenMPW</a:t>
            </a:r>
            <a:r>
              <a:rPr lang="ja-JP" altLang="en-US" dirty="0"/>
              <a:t>構造のシャトル</a:t>
            </a:r>
            <a:endParaRPr lang="en-US" altLang="ja-JP" dirty="0"/>
          </a:p>
          <a:p>
            <a:pPr lvl="1"/>
            <a:r>
              <a:rPr kumimoji="1" lang="ja-JP" altLang="en-US" dirty="0"/>
              <a:t>コミュニティー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eFabless</a:t>
            </a:r>
            <a:r>
              <a:rPr kumimoji="1" lang="ja-JP" altLang="en-US" dirty="0"/>
              <a:t>社 ⇔ </a:t>
            </a:r>
            <a:r>
              <a:rPr kumimoji="1" lang="en-US" altLang="ja-JP" dirty="0"/>
              <a:t>ISHI</a:t>
            </a:r>
            <a:r>
              <a:rPr kumimoji="1" lang="ja-JP" altLang="en-US" dirty="0"/>
              <a:t>会</a:t>
            </a:r>
            <a:r>
              <a:rPr kumimoji="1" lang="en-US" altLang="ja-JP" dirty="0"/>
              <a:t>+SINBY+SIProp</a:t>
            </a:r>
            <a:endParaRPr lang="en-US" altLang="ja-JP" dirty="0"/>
          </a:p>
          <a:p>
            <a:pPr lvl="1"/>
            <a:r>
              <a:rPr lang="ja-JP" altLang="en-US" dirty="0"/>
              <a:t>スポンサー</a:t>
            </a:r>
            <a:endParaRPr lang="en-US" altLang="ja-JP" dirty="0"/>
          </a:p>
          <a:p>
            <a:pPr lvl="2"/>
            <a:r>
              <a:rPr lang="en-US" altLang="ja-JP" dirty="0"/>
              <a:t>Google</a:t>
            </a:r>
            <a:r>
              <a:rPr lang="ja-JP" altLang="en-US" dirty="0"/>
              <a:t>社 </a:t>
            </a:r>
            <a:r>
              <a:rPr kumimoji="1" lang="ja-JP" altLang="en-US" dirty="0"/>
              <a:t>⇔ </a:t>
            </a:r>
            <a:r>
              <a:rPr lang="en-US" altLang="ja-JP" dirty="0"/>
              <a:t>GxP</a:t>
            </a:r>
            <a:r>
              <a:rPr lang="ja-JP" altLang="en-US" dirty="0"/>
              <a:t>社</a:t>
            </a:r>
            <a:endParaRPr lang="en-US" altLang="ja-JP" dirty="0"/>
          </a:p>
          <a:p>
            <a:pPr lvl="1"/>
            <a:r>
              <a:rPr kumimoji="1" lang="ja-JP" altLang="en-US" dirty="0"/>
              <a:t>ファブ：</a:t>
            </a:r>
            <a:endParaRPr kumimoji="1" lang="en-US" altLang="ja-JP" dirty="0"/>
          </a:p>
          <a:p>
            <a:pPr lvl="2"/>
            <a:r>
              <a:rPr lang="en-US" altLang="ja-JP" dirty="0"/>
              <a:t>SkywaterPDK</a:t>
            </a:r>
            <a:r>
              <a:rPr kumimoji="1" lang="ja-JP" altLang="en-US" dirty="0"/>
              <a:t> ⇔ </a:t>
            </a:r>
            <a:r>
              <a:rPr kumimoji="1" lang="en-US" altLang="ja-JP" dirty="0"/>
              <a:t>OpenRule1umPDK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59831AC7-94C0-16A9-3CA4-EEDF5C480BC5}"/>
              </a:ext>
            </a:extLst>
          </p:cNvPr>
          <p:cNvGrpSpPr/>
          <p:nvPr/>
        </p:nvGrpSpPr>
        <p:grpSpPr>
          <a:xfrm>
            <a:off x="1634476" y="214884"/>
            <a:ext cx="4186137" cy="6428231"/>
            <a:chOff x="1462722" y="88638"/>
            <a:chExt cx="3601530" cy="6784983"/>
          </a:xfrm>
        </p:grpSpPr>
        <p:pic>
          <p:nvPicPr>
            <p:cNvPr id="5" name="Google Shape;188;p35">
              <a:extLst>
                <a:ext uri="{FF2B5EF4-FFF2-40B4-BE49-F238E27FC236}">
                  <a16:creationId xmlns:a16="http://schemas.microsoft.com/office/drawing/2014/main" id="{91F4A3B5-2C8F-0F1B-0542-A203D1BBD08D}"/>
                </a:ext>
              </a:extLst>
            </p:cNvPr>
            <p:cNvPicPr preferRelativeResize="0"/>
            <p:nvPr/>
          </p:nvPicPr>
          <p:blipFill rotWithShape="1">
            <a:blip r:embed="rId2"/>
            <a:srcRect r="5355" b="3"/>
            <a:stretch/>
          </p:blipFill>
          <p:spPr>
            <a:xfrm>
              <a:off x="1462722" y="88638"/>
              <a:ext cx="3367380" cy="3178288"/>
            </a:xfrm>
            <a:prstGeom prst="rect">
              <a:avLst/>
            </a:prstGeom>
            <a:noFill/>
          </p:spPr>
        </p:pic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6D306EE5-E04A-4DE6-73FD-A480324CDCFE}"/>
                </a:ext>
              </a:extLst>
            </p:cNvPr>
            <p:cNvGrpSpPr/>
            <p:nvPr/>
          </p:nvGrpSpPr>
          <p:grpSpPr>
            <a:xfrm>
              <a:off x="1543362" y="3662239"/>
              <a:ext cx="3520890" cy="3211382"/>
              <a:chOff x="1543362" y="3662239"/>
              <a:chExt cx="3520890" cy="3211382"/>
            </a:xfrm>
          </p:grpSpPr>
          <p:pic>
            <p:nvPicPr>
              <p:cNvPr id="4" name="Google Shape;188;p35">
                <a:extLst>
                  <a:ext uri="{FF2B5EF4-FFF2-40B4-BE49-F238E27FC236}">
                    <a16:creationId xmlns:a16="http://schemas.microsoft.com/office/drawing/2014/main" id="{B5642ABF-E237-CA80-37F5-134DF703711E}"/>
                  </a:ext>
                </a:extLst>
              </p:cNvPr>
              <p:cNvPicPr preferRelativeResize="0"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43363" y="3662239"/>
                <a:ext cx="3475151" cy="3211382"/>
              </a:xfrm>
              <a:prstGeom prst="rect">
                <a:avLst/>
              </a:prstGeom>
              <a:noFill/>
            </p:spPr>
          </p:pic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1F4C3E83-B4DD-6C84-D82E-1B1ACEC3D4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61518" b="-2745"/>
              <a:stretch/>
            </p:blipFill>
            <p:spPr>
              <a:xfrm>
                <a:off x="1543362" y="5836916"/>
                <a:ext cx="989097" cy="486325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A646C6AE-CD42-050E-2B7D-EBA8254D50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94652" y="4162044"/>
                <a:ext cx="795420" cy="253250"/>
              </a:xfrm>
              <a:prstGeom prst="rect">
                <a:avLst/>
              </a:prstGeom>
            </p:spPr>
          </p:pic>
          <p:pic>
            <p:nvPicPr>
              <p:cNvPr id="11" name="図 10" descr="グラフ が含まれている画像&#10;&#10;自動的に生成された説明">
                <a:extLst>
                  <a:ext uri="{FF2B5EF4-FFF2-40B4-BE49-F238E27FC236}">
                    <a16:creationId xmlns:a16="http://schemas.microsoft.com/office/drawing/2014/main" id="{287E095A-ED99-D423-7C1B-F31BC9BBD6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461" b="25712"/>
              <a:stretch/>
            </p:blipFill>
            <p:spPr>
              <a:xfrm>
                <a:off x="3706778" y="4415294"/>
                <a:ext cx="563397" cy="337061"/>
              </a:xfrm>
              <a:prstGeom prst="rect">
                <a:avLst/>
              </a:prstGeom>
            </p:spPr>
          </p:pic>
          <p:pic>
            <p:nvPicPr>
              <p:cNvPr id="8" name="Google Shape;265;p45">
                <a:extLst>
                  <a:ext uri="{FF2B5EF4-FFF2-40B4-BE49-F238E27FC236}">
                    <a16:creationId xmlns:a16="http://schemas.microsoft.com/office/drawing/2014/main" id="{F8B2A4AA-AFA6-F0A9-3CB3-FA804227650F}"/>
                  </a:ext>
                </a:extLst>
              </p:cNvPr>
              <p:cNvPicPr preferRelativeResize="0"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18016" y="3839848"/>
                <a:ext cx="888762" cy="731922"/>
              </a:xfrm>
              <a:prstGeom prst="rect">
                <a:avLst/>
              </a:prstGeom>
              <a:noFill/>
            </p:spPr>
          </p:pic>
          <p:pic>
            <p:nvPicPr>
              <p:cNvPr id="13" name="図 12">
                <a:extLst>
                  <a:ext uri="{FF2B5EF4-FFF2-40B4-BE49-F238E27FC236}">
                    <a16:creationId xmlns:a16="http://schemas.microsoft.com/office/drawing/2014/main" id="{E3EBC7A2-15CA-EAB7-6F49-42F92D9A63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42921" y="5986180"/>
                <a:ext cx="1521331" cy="337060"/>
              </a:xfrm>
              <a:prstGeom prst="rect">
                <a:avLst/>
              </a:prstGeom>
            </p:spPr>
          </p:pic>
        </p:grpSp>
        <p:sp>
          <p:nvSpPr>
            <p:cNvPr id="6" name="矢印: 下 5">
              <a:extLst>
                <a:ext uri="{FF2B5EF4-FFF2-40B4-BE49-F238E27FC236}">
                  <a16:creationId xmlns:a16="http://schemas.microsoft.com/office/drawing/2014/main" id="{0FCC5D3A-5E03-49AF-6840-2B597E810540}"/>
                </a:ext>
              </a:extLst>
            </p:cNvPr>
            <p:cNvSpPr/>
            <p:nvPr/>
          </p:nvSpPr>
          <p:spPr>
            <a:xfrm>
              <a:off x="2818016" y="3050223"/>
              <a:ext cx="888762" cy="644087"/>
            </a:xfrm>
            <a:prstGeom prst="down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6712D7F-A8AF-3BAB-325F-CE15C05FFD2A}"/>
              </a:ext>
            </a:extLst>
          </p:cNvPr>
          <p:cNvSpPr/>
          <p:nvPr/>
        </p:nvSpPr>
        <p:spPr>
          <a:xfrm>
            <a:off x="5820613" y="5256494"/>
            <a:ext cx="6320562" cy="1235066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/>
              <a:t>ISHI</a:t>
            </a:r>
            <a:r>
              <a:rPr kumimoji="1" lang="ja-JP" altLang="en-US" sz="2400" dirty="0"/>
              <a:t>会版</a:t>
            </a:r>
            <a:r>
              <a:rPr kumimoji="1" lang="en-US" altLang="ja-JP" sz="2400" dirty="0"/>
              <a:t>OpenMPW-PTC06-1</a:t>
            </a:r>
            <a:r>
              <a:rPr kumimoji="1" lang="ja-JP" altLang="en-US" sz="2400" dirty="0"/>
              <a:t>として開催！</a:t>
            </a:r>
          </a:p>
        </p:txBody>
      </p:sp>
    </p:spTree>
    <p:extLst>
      <p:ext uri="{BB962C8B-B14F-4D97-AF65-F5344CB8AC3E}">
        <p14:creationId xmlns:p14="http://schemas.microsoft.com/office/powerpoint/2010/main" val="308372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0FE83-275A-E0ED-40D7-ED6B0C19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9">
            <a:extLst>
              <a:ext uri="{FF2B5EF4-FFF2-40B4-BE49-F238E27FC236}">
                <a16:creationId xmlns:a16="http://schemas.microsoft.com/office/drawing/2014/main" id="{EFA42377-9FC3-AB5C-8480-9FD47E652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8" name="Arc 21">
            <a:extLst>
              <a:ext uri="{FF2B5EF4-FFF2-40B4-BE49-F238E27FC236}">
                <a16:creationId xmlns:a16="http://schemas.microsoft.com/office/drawing/2014/main" id="{38C18541-D93E-F29B-ED6B-5A80549D6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5983248-B2A6-8BFE-025C-84BADCB3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857865"/>
            <a:ext cx="6297038" cy="1325563"/>
          </a:xfrm>
        </p:spPr>
        <p:txBody>
          <a:bodyPr>
            <a:normAutofit/>
          </a:bodyPr>
          <a:lstStyle/>
          <a:p>
            <a:r>
              <a:rPr lang="en-US" altLang="ja-JP" dirty="0"/>
              <a:t>2025</a:t>
            </a:r>
            <a:r>
              <a:rPr lang="ja-JP" altLang="en-US" dirty="0"/>
              <a:t>年</a:t>
            </a:r>
            <a:r>
              <a:rPr kumimoji="1" lang="ja-JP" altLang="en-US" dirty="0"/>
              <a:t>の</a:t>
            </a:r>
            <a:r>
              <a:rPr kumimoji="1" lang="en-US" altLang="ja-JP" dirty="0"/>
              <a:t>OpenMPW</a:t>
            </a:r>
            <a:r>
              <a:rPr kumimoji="1" lang="ja-JP" altLang="en-US" dirty="0"/>
              <a:t>！</a:t>
            </a:r>
          </a:p>
        </p:txBody>
      </p:sp>
      <p:sp>
        <p:nvSpPr>
          <p:cNvPr id="19" name="Freeform: Shape 23">
            <a:extLst>
              <a:ext uri="{FF2B5EF4-FFF2-40B4-BE49-F238E27FC236}">
                <a16:creationId xmlns:a16="http://schemas.microsoft.com/office/drawing/2014/main" id="{F231D53A-ACCE-D220-7933-0DDFBD464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DE9D05-D61B-6405-E798-AE9FAC1F4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7746" y="2183428"/>
            <a:ext cx="6206296" cy="3941691"/>
          </a:xfrm>
        </p:spPr>
        <p:txBody>
          <a:bodyPr>
            <a:normAutofit/>
          </a:bodyPr>
          <a:lstStyle/>
          <a:p>
            <a:r>
              <a:rPr lang="en-US" altLang="ja-JP" dirty="0"/>
              <a:t>OpenMPW</a:t>
            </a:r>
            <a:r>
              <a:rPr lang="ja-JP" altLang="en-US" dirty="0"/>
              <a:t>構造のシャトル</a:t>
            </a:r>
            <a:endParaRPr lang="en-US" altLang="ja-JP" dirty="0"/>
          </a:p>
          <a:p>
            <a:pPr lvl="1"/>
            <a:r>
              <a:rPr kumimoji="1" lang="ja-JP" altLang="en-US" dirty="0"/>
              <a:t>コミュニティー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eFabless</a:t>
            </a:r>
            <a:r>
              <a:rPr kumimoji="1" lang="ja-JP" altLang="en-US" dirty="0"/>
              <a:t>社 ⇔ </a:t>
            </a:r>
            <a:r>
              <a:rPr kumimoji="1" lang="en-US" altLang="ja-JP" dirty="0"/>
              <a:t>ISHI</a:t>
            </a:r>
            <a:r>
              <a:rPr kumimoji="1" lang="ja-JP" altLang="en-US" dirty="0"/>
              <a:t>会</a:t>
            </a:r>
            <a:endParaRPr lang="en-US" altLang="ja-JP" dirty="0"/>
          </a:p>
          <a:p>
            <a:pPr lvl="1"/>
            <a:r>
              <a:rPr lang="ja-JP" altLang="en-US" dirty="0"/>
              <a:t>スポンサー</a:t>
            </a:r>
            <a:endParaRPr lang="en-US" altLang="ja-JP" dirty="0"/>
          </a:p>
          <a:p>
            <a:pPr lvl="2"/>
            <a:r>
              <a:rPr lang="en-US" altLang="ja-JP" dirty="0"/>
              <a:t>Google</a:t>
            </a:r>
            <a:r>
              <a:rPr lang="ja-JP" altLang="en-US" dirty="0"/>
              <a:t>社 </a:t>
            </a:r>
            <a:r>
              <a:rPr kumimoji="1" lang="ja-JP" altLang="en-US" dirty="0"/>
              <a:t>⇔ サンケン電気</a:t>
            </a:r>
            <a:r>
              <a:rPr lang="ja-JP" altLang="en-US" dirty="0"/>
              <a:t>社</a:t>
            </a:r>
            <a:endParaRPr lang="en-US" altLang="ja-JP" dirty="0"/>
          </a:p>
          <a:p>
            <a:pPr lvl="1"/>
            <a:r>
              <a:rPr kumimoji="1" lang="ja-JP" altLang="en-US" dirty="0"/>
              <a:t>ファブ：</a:t>
            </a:r>
            <a:endParaRPr kumimoji="1" lang="en-US" altLang="ja-JP" dirty="0"/>
          </a:p>
          <a:p>
            <a:pPr lvl="2"/>
            <a:r>
              <a:rPr lang="en-US" altLang="ja-JP" dirty="0"/>
              <a:t>SkywaterPDK</a:t>
            </a:r>
            <a:r>
              <a:rPr kumimoji="1" lang="ja-JP" altLang="en-US" dirty="0"/>
              <a:t> ⇔ </a:t>
            </a:r>
            <a:r>
              <a:rPr kumimoji="1" lang="en-US" altLang="ja-JP" dirty="0"/>
              <a:t>OpenRule1umPDK</a:t>
            </a:r>
          </a:p>
        </p:txBody>
      </p:sp>
      <p:pic>
        <p:nvPicPr>
          <p:cNvPr id="5" name="Google Shape;188;p35">
            <a:extLst>
              <a:ext uri="{FF2B5EF4-FFF2-40B4-BE49-F238E27FC236}">
                <a16:creationId xmlns:a16="http://schemas.microsoft.com/office/drawing/2014/main" id="{1D2B4060-7D39-EB53-1F6F-F1EE9468E036}"/>
              </a:ext>
            </a:extLst>
          </p:cNvPr>
          <p:cNvPicPr preferRelativeResize="0"/>
          <p:nvPr/>
        </p:nvPicPr>
        <p:blipFill rotWithShape="1">
          <a:blip r:embed="rId2"/>
          <a:srcRect r="5355" b="3"/>
          <a:stretch/>
        </p:blipFill>
        <p:spPr>
          <a:xfrm>
            <a:off x="1624260" y="214884"/>
            <a:ext cx="3913979" cy="3011175"/>
          </a:xfrm>
          <a:prstGeom prst="rect">
            <a:avLst/>
          </a:prstGeom>
          <a:noFill/>
        </p:spPr>
      </p:pic>
      <p:sp>
        <p:nvSpPr>
          <p:cNvPr id="6" name="矢印: 下 5">
            <a:extLst>
              <a:ext uri="{FF2B5EF4-FFF2-40B4-BE49-F238E27FC236}">
                <a16:creationId xmlns:a16="http://schemas.microsoft.com/office/drawing/2014/main" id="{425671B2-62CE-E47C-9536-F68AF0209466}"/>
              </a:ext>
            </a:extLst>
          </p:cNvPr>
          <p:cNvSpPr/>
          <p:nvPr/>
        </p:nvSpPr>
        <p:spPr>
          <a:xfrm>
            <a:off x="3199548" y="3020750"/>
            <a:ext cx="1033027" cy="610221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0782229-0DC9-6754-EF0C-774A087FD47C}"/>
              </a:ext>
            </a:extLst>
          </p:cNvPr>
          <p:cNvSpPr/>
          <p:nvPr/>
        </p:nvSpPr>
        <p:spPr>
          <a:xfrm>
            <a:off x="5820613" y="5256494"/>
            <a:ext cx="6320562" cy="1235066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/>
              <a:t>ISHI</a:t>
            </a:r>
            <a:r>
              <a:rPr kumimoji="1" lang="ja-JP" altLang="en-US" sz="2400" dirty="0"/>
              <a:t>会版</a:t>
            </a:r>
            <a:r>
              <a:rPr kumimoji="1" lang="en-US" altLang="ja-JP" sz="2400" dirty="0"/>
              <a:t>OpenMPW-PTC06-2</a:t>
            </a:r>
            <a:r>
              <a:rPr kumimoji="1" lang="ja-JP" altLang="en-US" sz="2400" dirty="0"/>
              <a:t>として開催！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7407F25D-6236-3BB8-CC3E-8EC7C23D3648}"/>
              </a:ext>
            </a:extLst>
          </p:cNvPr>
          <p:cNvGrpSpPr/>
          <p:nvPr/>
        </p:nvGrpSpPr>
        <p:grpSpPr>
          <a:xfrm>
            <a:off x="1699641" y="3630971"/>
            <a:ext cx="4092406" cy="3042529"/>
            <a:chOff x="1728207" y="3600586"/>
            <a:chExt cx="4092406" cy="3042529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24055636-A8C5-BFA8-0706-FCE7186D3C6C}"/>
                </a:ext>
              </a:extLst>
            </p:cNvPr>
            <p:cNvGrpSpPr/>
            <p:nvPr/>
          </p:nvGrpSpPr>
          <p:grpSpPr>
            <a:xfrm>
              <a:off x="1728207" y="3600586"/>
              <a:ext cx="4092406" cy="3042529"/>
              <a:chOff x="1543363" y="3662239"/>
              <a:chExt cx="3520889" cy="3211382"/>
            </a:xfrm>
          </p:grpSpPr>
          <p:pic>
            <p:nvPicPr>
              <p:cNvPr id="4" name="Google Shape;188;p35">
                <a:extLst>
                  <a:ext uri="{FF2B5EF4-FFF2-40B4-BE49-F238E27FC236}">
                    <a16:creationId xmlns:a16="http://schemas.microsoft.com/office/drawing/2014/main" id="{34778E97-6CDB-222D-09AE-7C05F1CFF769}"/>
                  </a:ext>
                </a:extLst>
              </p:cNvPr>
              <p:cNvPicPr preferRelativeResize="0"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43363" y="3662239"/>
                <a:ext cx="3475151" cy="3211382"/>
              </a:xfrm>
              <a:prstGeom prst="rect">
                <a:avLst/>
              </a:prstGeom>
              <a:noFill/>
            </p:spPr>
          </p:pic>
          <p:pic>
            <p:nvPicPr>
              <p:cNvPr id="8" name="Google Shape;265;p45">
                <a:extLst>
                  <a:ext uri="{FF2B5EF4-FFF2-40B4-BE49-F238E27FC236}">
                    <a16:creationId xmlns:a16="http://schemas.microsoft.com/office/drawing/2014/main" id="{8C583372-30CE-5B87-EB82-7F26D5742F38}"/>
                  </a:ext>
                </a:extLst>
              </p:cNvPr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8016" y="3839848"/>
                <a:ext cx="888762" cy="731922"/>
              </a:xfrm>
              <a:prstGeom prst="rect">
                <a:avLst/>
              </a:prstGeom>
              <a:noFill/>
            </p:spPr>
          </p:pic>
          <p:pic>
            <p:nvPicPr>
              <p:cNvPr id="13" name="図 12">
                <a:extLst>
                  <a:ext uri="{FF2B5EF4-FFF2-40B4-BE49-F238E27FC236}">
                    <a16:creationId xmlns:a16="http://schemas.microsoft.com/office/drawing/2014/main" id="{C2705329-EB80-A45A-84E7-049F9B50B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2921" y="5986180"/>
                <a:ext cx="1521331" cy="337060"/>
              </a:xfrm>
              <a:prstGeom prst="rect">
                <a:avLst/>
              </a:prstGeom>
            </p:spPr>
          </p:pic>
        </p:grpSp>
        <p:pic>
          <p:nvPicPr>
            <p:cNvPr id="1026" name="Picture 2" descr="サンケングループの社会課題に対する考え方">
              <a:extLst>
                <a:ext uri="{FF2B5EF4-FFF2-40B4-BE49-F238E27FC236}">
                  <a16:creationId xmlns:a16="http://schemas.microsoft.com/office/drawing/2014/main" id="{9C059902-3405-6301-4C3F-527BC180FD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799" y="5542382"/>
              <a:ext cx="1062543" cy="5843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0428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A9847-2E45-7A6B-7E3F-640B4D667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9">
            <a:extLst>
              <a:ext uri="{FF2B5EF4-FFF2-40B4-BE49-F238E27FC236}">
                <a16:creationId xmlns:a16="http://schemas.microsoft.com/office/drawing/2014/main" id="{B0F091FF-9DDE-FE54-EAA5-D8E8293C2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8" name="Arc 21">
            <a:extLst>
              <a:ext uri="{FF2B5EF4-FFF2-40B4-BE49-F238E27FC236}">
                <a16:creationId xmlns:a16="http://schemas.microsoft.com/office/drawing/2014/main" id="{BC4FD76E-CB36-64A8-FEF3-91A63E706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64CE21D-7256-D075-5195-478CBB75E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857865"/>
            <a:ext cx="6297038" cy="1325563"/>
          </a:xfrm>
        </p:spPr>
        <p:txBody>
          <a:bodyPr>
            <a:normAutofit/>
          </a:bodyPr>
          <a:lstStyle/>
          <a:p>
            <a:r>
              <a:rPr lang="en-US" altLang="ja-JP" dirty="0"/>
              <a:t>2025</a:t>
            </a:r>
            <a:r>
              <a:rPr lang="ja-JP" altLang="en-US" dirty="0"/>
              <a:t>年</a:t>
            </a:r>
            <a:r>
              <a:rPr kumimoji="1" lang="ja-JP" altLang="en-US" dirty="0"/>
              <a:t>の</a:t>
            </a:r>
            <a:r>
              <a:rPr kumimoji="1" lang="en-US" altLang="ja-JP" dirty="0"/>
              <a:t>OpenMPW</a:t>
            </a:r>
            <a:r>
              <a:rPr kumimoji="1" lang="ja-JP" altLang="en-US" dirty="0"/>
              <a:t>！</a:t>
            </a:r>
          </a:p>
        </p:txBody>
      </p:sp>
      <p:sp>
        <p:nvSpPr>
          <p:cNvPr id="19" name="Freeform: Shape 23">
            <a:extLst>
              <a:ext uri="{FF2B5EF4-FFF2-40B4-BE49-F238E27FC236}">
                <a16:creationId xmlns:a16="http://schemas.microsoft.com/office/drawing/2014/main" id="{B9F3CD04-F3B3-735B-78F7-289711AA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596810-9E2F-E93D-08A5-AD2448A5B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7746" y="2183428"/>
            <a:ext cx="6206296" cy="3941691"/>
          </a:xfrm>
        </p:spPr>
        <p:txBody>
          <a:bodyPr>
            <a:normAutofit/>
          </a:bodyPr>
          <a:lstStyle/>
          <a:p>
            <a:r>
              <a:rPr lang="en-US" altLang="ja-JP" dirty="0"/>
              <a:t>OpenMPW</a:t>
            </a:r>
            <a:r>
              <a:rPr lang="ja-JP" altLang="en-US" dirty="0"/>
              <a:t>構造のシャトル</a:t>
            </a:r>
            <a:endParaRPr lang="en-US" altLang="ja-JP" dirty="0"/>
          </a:p>
          <a:p>
            <a:pPr lvl="1"/>
            <a:r>
              <a:rPr kumimoji="1" lang="ja-JP" altLang="en-US" dirty="0"/>
              <a:t>コミュニティー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eFabless</a:t>
            </a:r>
            <a:r>
              <a:rPr kumimoji="1" lang="ja-JP" altLang="en-US" dirty="0"/>
              <a:t>社 ⇔ </a:t>
            </a:r>
            <a:r>
              <a:rPr kumimoji="1" lang="en-US" altLang="ja-JP" dirty="0"/>
              <a:t>ISHI</a:t>
            </a:r>
            <a:r>
              <a:rPr kumimoji="1" lang="ja-JP" altLang="en-US" dirty="0"/>
              <a:t>会</a:t>
            </a:r>
            <a:endParaRPr lang="en-US" altLang="ja-JP" dirty="0"/>
          </a:p>
          <a:p>
            <a:pPr lvl="1"/>
            <a:r>
              <a:rPr lang="ja-JP" altLang="en-US" dirty="0"/>
              <a:t>スポンサー</a:t>
            </a:r>
            <a:endParaRPr lang="en-US" altLang="ja-JP" dirty="0"/>
          </a:p>
          <a:p>
            <a:pPr lvl="2"/>
            <a:r>
              <a:rPr lang="en-US" altLang="ja-JP" dirty="0"/>
              <a:t>Google</a:t>
            </a:r>
            <a:r>
              <a:rPr lang="ja-JP" altLang="en-US" dirty="0"/>
              <a:t>社 </a:t>
            </a:r>
            <a:r>
              <a:rPr kumimoji="1" lang="ja-JP" altLang="en-US" dirty="0"/>
              <a:t>⇔ </a:t>
            </a:r>
            <a:r>
              <a:rPr lang="ja-JP" altLang="en-US" dirty="0"/>
              <a:t>九州大学</a:t>
            </a:r>
            <a:endParaRPr lang="en-US" altLang="ja-JP" dirty="0"/>
          </a:p>
          <a:p>
            <a:pPr lvl="1"/>
            <a:r>
              <a:rPr kumimoji="1" lang="ja-JP" altLang="en-US" dirty="0"/>
              <a:t>ファブ：</a:t>
            </a:r>
            <a:endParaRPr kumimoji="1" lang="en-US" altLang="ja-JP" dirty="0"/>
          </a:p>
          <a:p>
            <a:pPr lvl="2"/>
            <a:r>
              <a:rPr lang="en-US" altLang="ja-JP" dirty="0"/>
              <a:t>SkywaterPDK</a:t>
            </a:r>
            <a:r>
              <a:rPr kumimoji="1" lang="ja-JP" altLang="en-US" dirty="0"/>
              <a:t> ⇔ 東海理化</a:t>
            </a:r>
            <a:r>
              <a:rPr kumimoji="1" lang="en-US" altLang="ja-JP" dirty="0"/>
              <a:t>PDK</a:t>
            </a:r>
          </a:p>
        </p:txBody>
      </p:sp>
      <p:pic>
        <p:nvPicPr>
          <p:cNvPr id="5" name="Google Shape;188;p35">
            <a:extLst>
              <a:ext uri="{FF2B5EF4-FFF2-40B4-BE49-F238E27FC236}">
                <a16:creationId xmlns:a16="http://schemas.microsoft.com/office/drawing/2014/main" id="{B907AD7D-CC71-B1C1-72D4-A8CC0BAC4633}"/>
              </a:ext>
            </a:extLst>
          </p:cNvPr>
          <p:cNvPicPr preferRelativeResize="0"/>
          <p:nvPr/>
        </p:nvPicPr>
        <p:blipFill rotWithShape="1">
          <a:blip r:embed="rId2"/>
          <a:srcRect r="5355" b="3"/>
          <a:stretch/>
        </p:blipFill>
        <p:spPr>
          <a:xfrm>
            <a:off x="1624260" y="214884"/>
            <a:ext cx="3913979" cy="3011175"/>
          </a:xfrm>
          <a:prstGeom prst="rect">
            <a:avLst/>
          </a:prstGeom>
          <a:noFill/>
        </p:spPr>
      </p:pic>
      <p:sp>
        <p:nvSpPr>
          <p:cNvPr id="6" name="矢印: 下 5">
            <a:extLst>
              <a:ext uri="{FF2B5EF4-FFF2-40B4-BE49-F238E27FC236}">
                <a16:creationId xmlns:a16="http://schemas.microsoft.com/office/drawing/2014/main" id="{22043D84-2B3B-845E-8FD1-B8D1E08F345E}"/>
              </a:ext>
            </a:extLst>
          </p:cNvPr>
          <p:cNvSpPr/>
          <p:nvPr/>
        </p:nvSpPr>
        <p:spPr>
          <a:xfrm>
            <a:off x="3199548" y="3020750"/>
            <a:ext cx="1033027" cy="610221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1674C62-D4E0-BAE0-9CEC-8067224FA658}"/>
              </a:ext>
            </a:extLst>
          </p:cNvPr>
          <p:cNvSpPr/>
          <p:nvPr/>
        </p:nvSpPr>
        <p:spPr>
          <a:xfrm>
            <a:off x="5820613" y="5256494"/>
            <a:ext cx="6320562" cy="1235066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/>
              <a:t>ISHI</a:t>
            </a:r>
            <a:r>
              <a:rPr kumimoji="1" lang="ja-JP" altLang="en-US" sz="2400"/>
              <a:t>会版</a:t>
            </a:r>
            <a:r>
              <a:rPr kumimoji="1" lang="en-US" altLang="ja-JP" sz="2400" dirty="0"/>
              <a:t>OpenMPW-TR10-2</a:t>
            </a:r>
            <a:r>
              <a:rPr kumimoji="1" lang="ja-JP" altLang="en-US" sz="2400" dirty="0"/>
              <a:t>として開催！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4AB61DAF-68A4-6686-9FB9-0F7FA802845F}"/>
              </a:ext>
            </a:extLst>
          </p:cNvPr>
          <p:cNvGrpSpPr/>
          <p:nvPr/>
        </p:nvGrpSpPr>
        <p:grpSpPr>
          <a:xfrm>
            <a:off x="1699641" y="3630971"/>
            <a:ext cx="4039244" cy="3042529"/>
            <a:chOff x="1543363" y="3662239"/>
            <a:chExt cx="3475151" cy="3211382"/>
          </a:xfrm>
        </p:grpSpPr>
        <p:pic>
          <p:nvPicPr>
            <p:cNvPr id="4" name="Google Shape;188;p35">
              <a:extLst>
                <a:ext uri="{FF2B5EF4-FFF2-40B4-BE49-F238E27FC236}">
                  <a16:creationId xmlns:a16="http://schemas.microsoft.com/office/drawing/2014/main" id="{7A8AE85A-FDA7-9A22-F4CF-CA0883A376AC}"/>
                </a:ext>
              </a:extLst>
            </p:cNvPr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>
              <a:off x="1543363" y="3662239"/>
              <a:ext cx="3475151" cy="3211382"/>
            </a:xfrm>
            <a:prstGeom prst="rect">
              <a:avLst/>
            </a:prstGeom>
            <a:noFill/>
          </p:spPr>
        </p:pic>
        <p:pic>
          <p:nvPicPr>
            <p:cNvPr id="8" name="Google Shape;265;p45">
              <a:extLst>
                <a:ext uri="{FF2B5EF4-FFF2-40B4-BE49-F238E27FC236}">
                  <a16:creationId xmlns:a16="http://schemas.microsoft.com/office/drawing/2014/main" id="{5F3AAB6E-A5E3-CA02-0B05-C745CDD71EB0}"/>
                </a:ext>
              </a:extLst>
            </p:cNvPr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2818016" y="3839848"/>
              <a:ext cx="888762" cy="731922"/>
            </a:xfrm>
            <a:prstGeom prst="rect">
              <a:avLst/>
            </a:prstGeom>
            <a:noFill/>
          </p:spPr>
        </p:pic>
      </p:grpSp>
      <p:pic>
        <p:nvPicPr>
          <p:cNvPr id="10" name="Picture 2" descr="九州大学 Kyushu University">
            <a:extLst>
              <a:ext uri="{FF2B5EF4-FFF2-40B4-BE49-F238E27FC236}">
                <a16:creationId xmlns:a16="http://schemas.microsoft.com/office/drawing/2014/main" id="{35AD5F0E-5C8C-C5A8-319E-F9C7E91E9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677" y="5137429"/>
            <a:ext cx="1024761" cy="102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株式会社東海理化のプレスリリース｜PR TIMES">
            <a:extLst>
              <a:ext uri="{FF2B5EF4-FFF2-40B4-BE49-F238E27FC236}">
                <a16:creationId xmlns:a16="http://schemas.microsoft.com/office/drawing/2014/main" id="{94518B87-9ED2-DA6E-9A0D-C2BEFD9A2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803" y="5624327"/>
            <a:ext cx="1026975" cy="53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02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3C863-7861-5359-B29D-247C1546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9">
            <a:extLst>
              <a:ext uri="{FF2B5EF4-FFF2-40B4-BE49-F238E27FC236}">
                <a16:creationId xmlns:a16="http://schemas.microsoft.com/office/drawing/2014/main" id="{9711A98E-4E2C-539D-8DB4-0C7789E00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8" name="Arc 21">
            <a:extLst>
              <a:ext uri="{FF2B5EF4-FFF2-40B4-BE49-F238E27FC236}">
                <a16:creationId xmlns:a16="http://schemas.microsoft.com/office/drawing/2014/main" id="{BB5CFB66-D115-AA9C-1F99-CAB323384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ED72531-D939-727A-9A67-C40CCC400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857865"/>
            <a:ext cx="6297038" cy="1325563"/>
          </a:xfrm>
        </p:spPr>
        <p:txBody>
          <a:bodyPr>
            <a:normAutofit/>
          </a:bodyPr>
          <a:lstStyle/>
          <a:p>
            <a:r>
              <a:rPr lang="en-US" altLang="ja-JP" dirty="0"/>
              <a:t>2025</a:t>
            </a:r>
            <a:r>
              <a:rPr lang="ja-JP" altLang="en-US" dirty="0"/>
              <a:t>年</a:t>
            </a:r>
            <a:r>
              <a:rPr kumimoji="1" lang="ja-JP" altLang="en-US" dirty="0"/>
              <a:t>の</a:t>
            </a:r>
            <a:r>
              <a:rPr kumimoji="1" lang="en-US" altLang="ja-JP" dirty="0"/>
              <a:t>OpenMPW</a:t>
            </a:r>
            <a:r>
              <a:rPr kumimoji="1" lang="ja-JP" altLang="en-US" dirty="0"/>
              <a:t>！</a:t>
            </a:r>
          </a:p>
        </p:txBody>
      </p:sp>
      <p:sp>
        <p:nvSpPr>
          <p:cNvPr id="19" name="Freeform: Shape 23">
            <a:extLst>
              <a:ext uri="{FF2B5EF4-FFF2-40B4-BE49-F238E27FC236}">
                <a16:creationId xmlns:a16="http://schemas.microsoft.com/office/drawing/2014/main" id="{8DCF18CF-3296-566A-EC06-667BAF724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89D4F6-8676-A3B4-0F0D-6DDCBF19E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7746" y="2183428"/>
            <a:ext cx="6206296" cy="3941691"/>
          </a:xfrm>
        </p:spPr>
        <p:txBody>
          <a:bodyPr>
            <a:normAutofit/>
          </a:bodyPr>
          <a:lstStyle/>
          <a:p>
            <a:r>
              <a:rPr lang="en-US" altLang="ja-JP" dirty="0"/>
              <a:t>OpenMPW</a:t>
            </a:r>
            <a:r>
              <a:rPr lang="ja-JP" altLang="en-US" dirty="0"/>
              <a:t>構造のシャトル</a:t>
            </a:r>
            <a:endParaRPr lang="en-US" altLang="ja-JP" dirty="0"/>
          </a:p>
          <a:p>
            <a:pPr lvl="1"/>
            <a:r>
              <a:rPr kumimoji="1" lang="ja-JP" altLang="en-US" dirty="0"/>
              <a:t>コミュニティー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eFabless</a:t>
            </a:r>
            <a:r>
              <a:rPr kumimoji="1" lang="ja-JP" altLang="en-US" dirty="0"/>
              <a:t>社 ⇔ </a:t>
            </a:r>
            <a:r>
              <a:rPr kumimoji="1" lang="en-US" altLang="ja-JP" dirty="0"/>
              <a:t>ISHI</a:t>
            </a:r>
            <a:r>
              <a:rPr kumimoji="1" lang="ja-JP" altLang="en-US" dirty="0"/>
              <a:t>会</a:t>
            </a:r>
            <a:endParaRPr lang="en-US" altLang="ja-JP" dirty="0"/>
          </a:p>
          <a:p>
            <a:pPr lvl="1"/>
            <a:r>
              <a:rPr lang="ja-JP" altLang="en-US" dirty="0"/>
              <a:t>スポンサー</a:t>
            </a:r>
            <a:endParaRPr lang="en-US" altLang="ja-JP" dirty="0"/>
          </a:p>
          <a:p>
            <a:pPr lvl="2"/>
            <a:r>
              <a:rPr lang="en-US" altLang="ja-JP" dirty="0"/>
              <a:t>Google</a:t>
            </a:r>
            <a:r>
              <a:rPr lang="ja-JP" altLang="en-US" dirty="0"/>
              <a:t>社 </a:t>
            </a:r>
            <a:r>
              <a:rPr kumimoji="1" lang="ja-JP" altLang="en-US" dirty="0"/>
              <a:t>⇔ </a:t>
            </a:r>
            <a:r>
              <a:rPr lang="ja-JP" altLang="en-US" dirty="0"/>
              <a:t>九州大学</a:t>
            </a:r>
            <a:endParaRPr lang="en-US" altLang="ja-JP" dirty="0"/>
          </a:p>
          <a:p>
            <a:pPr lvl="1"/>
            <a:r>
              <a:rPr kumimoji="1" lang="ja-JP" altLang="en-US" dirty="0"/>
              <a:t>ファブ：</a:t>
            </a:r>
            <a:endParaRPr kumimoji="1" lang="en-US" altLang="ja-JP" dirty="0"/>
          </a:p>
          <a:p>
            <a:pPr lvl="2"/>
            <a:r>
              <a:rPr lang="en-US" altLang="ja-JP" dirty="0"/>
              <a:t>SkywaterPDK</a:t>
            </a:r>
            <a:r>
              <a:rPr kumimoji="1" lang="ja-JP" altLang="en-US" dirty="0"/>
              <a:t> </a:t>
            </a:r>
            <a:r>
              <a:rPr kumimoji="1" lang="ja-JP" altLang="en-US"/>
              <a:t>⇔ </a:t>
            </a:r>
            <a:r>
              <a:rPr lang="en-US" altLang="ja-JP" dirty="0"/>
              <a:t>OpenIP62</a:t>
            </a:r>
            <a:r>
              <a:rPr kumimoji="1" lang="en-US" altLang="ja-JP" dirty="0"/>
              <a:t>(</a:t>
            </a:r>
            <a:r>
              <a:rPr kumimoji="1" lang="ja-JP" altLang="en-US"/>
              <a:t>東海理化</a:t>
            </a:r>
            <a:r>
              <a:rPr kumimoji="1" lang="en-US" altLang="ja-JP" dirty="0"/>
              <a:t>)</a:t>
            </a:r>
          </a:p>
        </p:txBody>
      </p:sp>
      <p:pic>
        <p:nvPicPr>
          <p:cNvPr id="5" name="Google Shape;188;p35">
            <a:extLst>
              <a:ext uri="{FF2B5EF4-FFF2-40B4-BE49-F238E27FC236}">
                <a16:creationId xmlns:a16="http://schemas.microsoft.com/office/drawing/2014/main" id="{BDA8147F-8B0B-1D55-3C75-DAEEE382A21E}"/>
              </a:ext>
            </a:extLst>
          </p:cNvPr>
          <p:cNvPicPr preferRelativeResize="0"/>
          <p:nvPr/>
        </p:nvPicPr>
        <p:blipFill rotWithShape="1">
          <a:blip r:embed="rId2"/>
          <a:srcRect r="5355" b="3"/>
          <a:stretch/>
        </p:blipFill>
        <p:spPr>
          <a:xfrm>
            <a:off x="1624260" y="214884"/>
            <a:ext cx="3913979" cy="3011175"/>
          </a:xfrm>
          <a:prstGeom prst="rect">
            <a:avLst/>
          </a:prstGeom>
          <a:noFill/>
        </p:spPr>
      </p:pic>
      <p:sp>
        <p:nvSpPr>
          <p:cNvPr id="6" name="矢印: 下 5">
            <a:extLst>
              <a:ext uri="{FF2B5EF4-FFF2-40B4-BE49-F238E27FC236}">
                <a16:creationId xmlns:a16="http://schemas.microsoft.com/office/drawing/2014/main" id="{7222E781-3E3A-277A-E982-930E8624F90B}"/>
              </a:ext>
            </a:extLst>
          </p:cNvPr>
          <p:cNvSpPr/>
          <p:nvPr/>
        </p:nvSpPr>
        <p:spPr>
          <a:xfrm>
            <a:off x="3199548" y="3020750"/>
            <a:ext cx="1033027" cy="610221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2A88107-3D49-B34C-1E7D-13E70FB2CCEF}"/>
              </a:ext>
            </a:extLst>
          </p:cNvPr>
          <p:cNvSpPr/>
          <p:nvPr/>
        </p:nvSpPr>
        <p:spPr>
          <a:xfrm>
            <a:off x="5820613" y="5256494"/>
            <a:ext cx="6320562" cy="1235066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/>
              <a:t>ISHI</a:t>
            </a:r>
            <a:r>
              <a:rPr kumimoji="1" lang="ja-JP" altLang="en-US" sz="2400"/>
              <a:t>会版</a:t>
            </a:r>
            <a:r>
              <a:rPr kumimoji="1" lang="en-US" altLang="ja-JP" sz="2400" dirty="0"/>
              <a:t>OpenMPW-TR10-2</a:t>
            </a:r>
            <a:r>
              <a:rPr kumimoji="1" lang="ja-JP" altLang="en-US" sz="2400" dirty="0"/>
              <a:t>として開催！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2507D70-F7A9-655D-12B1-8A4C2CC16DD2}"/>
              </a:ext>
            </a:extLst>
          </p:cNvPr>
          <p:cNvGrpSpPr/>
          <p:nvPr/>
        </p:nvGrpSpPr>
        <p:grpSpPr>
          <a:xfrm>
            <a:off x="1699641" y="3630971"/>
            <a:ext cx="4039244" cy="3042529"/>
            <a:chOff x="1543363" y="3662239"/>
            <a:chExt cx="3475151" cy="3211382"/>
          </a:xfrm>
        </p:grpSpPr>
        <p:pic>
          <p:nvPicPr>
            <p:cNvPr id="4" name="Google Shape;188;p35">
              <a:extLst>
                <a:ext uri="{FF2B5EF4-FFF2-40B4-BE49-F238E27FC236}">
                  <a16:creationId xmlns:a16="http://schemas.microsoft.com/office/drawing/2014/main" id="{14C84C69-D5C3-2699-E5F1-1E1C3BDDF59A}"/>
                </a:ext>
              </a:extLst>
            </p:cNvPr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>
              <a:off x="1543363" y="3662239"/>
              <a:ext cx="3475151" cy="3211382"/>
            </a:xfrm>
            <a:prstGeom prst="rect">
              <a:avLst/>
            </a:prstGeom>
            <a:noFill/>
          </p:spPr>
        </p:pic>
        <p:pic>
          <p:nvPicPr>
            <p:cNvPr id="8" name="Google Shape;265;p45">
              <a:extLst>
                <a:ext uri="{FF2B5EF4-FFF2-40B4-BE49-F238E27FC236}">
                  <a16:creationId xmlns:a16="http://schemas.microsoft.com/office/drawing/2014/main" id="{CCA6F654-851B-DC95-4BA3-A9E4B4D9D364}"/>
                </a:ext>
              </a:extLst>
            </p:cNvPr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2818016" y="3839848"/>
              <a:ext cx="888762" cy="731922"/>
            </a:xfrm>
            <a:prstGeom prst="rect">
              <a:avLst/>
            </a:prstGeom>
            <a:noFill/>
          </p:spPr>
        </p:pic>
      </p:grpSp>
      <p:pic>
        <p:nvPicPr>
          <p:cNvPr id="10" name="Picture 2" descr="九州大学 Kyushu University">
            <a:extLst>
              <a:ext uri="{FF2B5EF4-FFF2-40B4-BE49-F238E27FC236}">
                <a16:creationId xmlns:a16="http://schemas.microsoft.com/office/drawing/2014/main" id="{D20BBA3B-F777-69AB-CCA1-36562EBF2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677" y="5137429"/>
            <a:ext cx="1024761" cy="102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株式会社東海理化のプレスリリース｜PR TIMES">
            <a:extLst>
              <a:ext uri="{FF2B5EF4-FFF2-40B4-BE49-F238E27FC236}">
                <a16:creationId xmlns:a16="http://schemas.microsoft.com/office/drawing/2014/main" id="{EAE2225D-917C-F65D-3AC6-861AF37D2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803" y="5624327"/>
            <a:ext cx="1026975" cy="53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430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239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03E280D-FF49-489A-A461-BE3D3FCA007E}"/>
              </a:ext>
            </a:extLst>
          </p:cNvPr>
          <p:cNvSpPr/>
          <p:nvPr/>
        </p:nvSpPr>
        <p:spPr>
          <a:xfrm>
            <a:off x="648764" y="0"/>
            <a:ext cx="10349578" cy="69065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DDCE544-DA3E-1982-117E-4E27B4442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129" y="9210"/>
            <a:ext cx="7009594" cy="6958615"/>
          </a:xfrm>
          <a:prstGeom prst="rect">
            <a:avLst/>
          </a:prstGeom>
        </p:spPr>
      </p:pic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D15BBACB-26FA-A22B-B408-15DE62132CA1}"/>
              </a:ext>
            </a:extLst>
          </p:cNvPr>
          <p:cNvSpPr/>
          <p:nvPr/>
        </p:nvSpPr>
        <p:spPr>
          <a:xfrm>
            <a:off x="7508372" y="712617"/>
            <a:ext cx="1624465" cy="526163"/>
          </a:xfrm>
          <a:prstGeom prst="wedgeRectCallout">
            <a:avLst>
              <a:gd name="adj1" fmla="val -38758"/>
              <a:gd name="adj2" fmla="val 11686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ICHIKEN</a:t>
            </a:r>
            <a:r>
              <a:rPr kumimoji="1" lang="ja-JP" altLang="en-US" dirty="0"/>
              <a:t>作</a:t>
            </a: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2BD01E7B-32A6-15B0-117B-61664081B268}"/>
              </a:ext>
            </a:extLst>
          </p:cNvPr>
          <p:cNvSpPr/>
          <p:nvPr/>
        </p:nvSpPr>
        <p:spPr>
          <a:xfrm>
            <a:off x="8645884" y="2150631"/>
            <a:ext cx="1624465" cy="526163"/>
          </a:xfrm>
          <a:prstGeom prst="wedgeRectCallout">
            <a:avLst>
              <a:gd name="adj1" fmla="val -73349"/>
              <a:gd name="adj2" fmla="val 6055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Yamada3</a:t>
            </a:r>
            <a:r>
              <a:rPr kumimoji="1" lang="ja-JP" altLang="en-US" dirty="0"/>
              <a:t>作</a:t>
            </a: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BF7BEC2D-6EEE-6FED-D682-56387F3BC425}"/>
              </a:ext>
            </a:extLst>
          </p:cNvPr>
          <p:cNvSpPr/>
          <p:nvPr/>
        </p:nvSpPr>
        <p:spPr>
          <a:xfrm>
            <a:off x="2338739" y="2902837"/>
            <a:ext cx="1624465" cy="526163"/>
          </a:xfrm>
          <a:prstGeom prst="wedgeRectCallout">
            <a:avLst>
              <a:gd name="adj1" fmla="val 138600"/>
              <a:gd name="adj2" fmla="val -5885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貞方先生</a:t>
            </a:r>
            <a:r>
              <a:rPr kumimoji="1" lang="ja-JP" altLang="en-US" dirty="0"/>
              <a:t>作</a:t>
            </a: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62397DC1-C408-ED43-74DF-290EE4AC9F8E}"/>
              </a:ext>
            </a:extLst>
          </p:cNvPr>
          <p:cNvSpPr/>
          <p:nvPr/>
        </p:nvSpPr>
        <p:spPr>
          <a:xfrm>
            <a:off x="2649594" y="1536768"/>
            <a:ext cx="1624465" cy="526163"/>
          </a:xfrm>
          <a:prstGeom prst="wedgeRectCallout">
            <a:avLst>
              <a:gd name="adj1" fmla="val 62500"/>
              <a:gd name="adj2" fmla="val 10521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kano</a:t>
            </a:r>
            <a:r>
              <a:rPr kumimoji="1" lang="ja-JP" altLang="en-US" dirty="0"/>
              <a:t>作</a:t>
            </a: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92C893C3-8644-8CB4-8851-B3F090F6D0EC}"/>
              </a:ext>
            </a:extLst>
          </p:cNvPr>
          <p:cNvSpPr/>
          <p:nvPr/>
        </p:nvSpPr>
        <p:spPr>
          <a:xfrm>
            <a:off x="3059165" y="768384"/>
            <a:ext cx="1624465" cy="526163"/>
          </a:xfrm>
          <a:prstGeom prst="wedgeRectCallout">
            <a:avLst>
              <a:gd name="adj1" fmla="val 178537"/>
              <a:gd name="adj2" fmla="val 25376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hamasuna</a:t>
            </a:r>
            <a:r>
              <a:rPr kumimoji="1" lang="ja-JP" altLang="en-US" dirty="0"/>
              <a:t>作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168B1E9A-01B3-3872-25EF-2A0A7C4F1CAA}"/>
              </a:ext>
            </a:extLst>
          </p:cNvPr>
          <p:cNvSpPr/>
          <p:nvPr/>
        </p:nvSpPr>
        <p:spPr>
          <a:xfrm>
            <a:off x="5199502" y="316718"/>
            <a:ext cx="1624465" cy="526163"/>
          </a:xfrm>
          <a:prstGeom prst="wedgeRectCallout">
            <a:avLst>
              <a:gd name="adj1" fmla="val 20990"/>
              <a:gd name="adj2" fmla="val 21298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dokunira</a:t>
            </a:r>
            <a:r>
              <a:rPr kumimoji="1" lang="ja-JP" altLang="en-US" dirty="0"/>
              <a:t>作</a:t>
            </a:r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CAF6E551-9B51-E26D-1748-5D5DF566234B}"/>
              </a:ext>
            </a:extLst>
          </p:cNvPr>
          <p:cNvSpPr/>
          <p:nvPr/>
        </p:nvSpPr>
        <p:spPr>
          <a:xfrm>
            <a:off x="8595653" y="3288092"/>
            <a:ext cx="1624465" cy="526163"/>
          </a:xfrm>
          <a:prstGeom prst="wedgeRectCallout">
            <a:avLst>
              <a:gd name="adj1" fmla="val -76180"/>
              <a:gd name="adj2" fmla="val 10036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arstopia</a:t>
            </a:r>
            <a:r>
              <a:rPr kumimoji="1" lang="ja-JP" altLang="en-US" dirty="0"/>
              <a:t>作</a:t>
            </a: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D68D0FDE-0FBF-0FEF-B019-0F5A3C99A994}"/>
              </a:ext>
            </a:extLst>
          </p:cNvPr>
          <p:cNvSpPr/>
          <p:nvPr/>
        </p:nvSpPr>
        <p:spPr>
          <a:xfrm>
            <a:off x="8645885" y="4199943"/>
            <a:ext cx="1624465" cy="526163"/>
          </a:xfrm>
          <a:prstGeom prst="wedgeRectCallout">
            <a:avLst>
              <a:gd name="adj1" fmla="val -76180"/>
              <a:gd name="adj2" fmla="val 10036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kano</a:t>
            </a:r>
            <a:r>
              <a:rPr kumimoji="1" lang="ja-JP" altLang="en-US" dirty="0"/>
              <a:t>作</a:t>
            </a:r>
          </a:p>
        </p:txBody>
      </p: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792C02DC-BF1A-3368-D1B1-0C324F0DC0D8}"/>
              </a:ext>
            </a:extLst>
          </p:cNvPr>
          <p:cNvSpPr/>
          <p:nvPr/>
        </p:nvSpPr>
        <p:spPr>
          <a:xfrm>
            <a:off x="7706770" y="5863567"/>
            <a:ext cx="2046806" cy="526163"/>
          </a:xfrm>
          <a:prstGeom prst="wedgeRectCallout">
            <a:avLst>
              <a:gd name="adj1" fmla="val -75776"/>
              <a:gd name="adj2" fmla="val -9089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ShuntaroOhno</a:t>
            </a:r>
            <a:r>
              <a:rPr kumimoji="1" lang="ja-JP" altLang="en-US" dirty="0"/>
              <a:t>作</a:t>
            </a: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BED7CF1F-4E81-72CA-A573-1996BA12E357}"/>
              </a:ext>
            </a:extLst>
          </p:cNvPr>
          <p:cNvSpPr/>
          <p:nvPr/>
        </p:nvSpPr>
        <p:spPr>
          <a:xfrm>
            <a:off x="5072597" y="6045979"/>
            <a:ext cx="2046805" cy="526163"/>
          </a:xfrm>
          <a:prstGeom prst="wedgeRectCallout">
            <a:avLst>
              <a:gd name="adj1" fmla="val -14270"/>
              <a:gd name="adj2" fmla="val -12293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YutakaKOTANI</a:t>
            </a:r>
            <a:r>
              <a:rPr kumimoji="1" lang="ja-JP" altLang="en-US" dirty="0"/>
              <a:t>作</a:t>
            </a:r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2244FD30-8F06-C395-AFB2-D30BA605974B}"/>
              </a:ext>
            </a:extLst>
          </p:cNvPr>
          <p:cNvSpPr/>
          <p:nvPr/>
        </p:nvSpPr>
        <p:spPr>
          <a:xfrm>
            <a:off x="2307209" y="6045980"/>
            <a:ext cx="2245841" cy="526163"/>
          </a:xfrm>
          <a:prstGeom prst="wedgeRectCallout">
            <a:avLst>
              <a:gd name="adj1" fmla="val 39530"/>
              <a:gd name="adj2" fmla="val -12390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YukiMatsushima</a:t>
            </a:r>
            <a:r>
              <a:rPr kumimoji="1" lang="ja-JP" altLang="en-US" dirty="0"/>
              <a:t>作</a:t>
            </a:r>
          </a:p>
        </p:txBody>
      </p:sp>
      <p:sp>
        <p:nvSpPr>
          <p:cNvPr id="17" name="吹き出し: 四角形 16">
            <a:extLst>
              <a:ext uri="{FF2B5EF4-FFF2-40B4-BE49-F238E27FC236}">
                <a16:creationId xmlns:a16="http://schemas.microsoft.com/office/drawing/2014/main" id="{1469A96D-E7C4-BCB4-20AB-06F84984A2F7}"/>
              </a:ext>
            </a:extLst>
          </p:cNvPr>
          <p:cNvSpPr/>
          <p:nvPr/>
        </p:nvSpPr>
        <p:spPr>
          <a:xfrm>
            <a:off x="1018070" y="3551173"/>
            <a:ext cx="2578278" cy="2208950"/>
          </a:xfrm>
          <a:prstGeom prst="wedgeRectCallout">
            <a:avLst>
              <a:gd name="adj1" fmla="val 69049"/>
              <a:gd name="adj2" fmla="val 1016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dirty="0"/>
              <a:t>01:cherry-takuan</a:t>
            </a:r>
            <a:r>
              <a:rPr lang="ja-JP" altLang="en-US" dirty="0"/>
              <a:t>作</a:t>
            </a:r>
            <a:endParaRPr lang="en-US" altLang="ja-JP" dirty="0"/>
          </a:p>
          <a:p>
            <a:r>
              <a:rPr lang="en-US" altLang="ja-JP" dirty="0"/>
              <a:t>02:wipeseals</a:t>
            </a:r>
            <a:r>
              <a:rPr lang="ja-JP" altLang="en-US" dirty="0"/>
              <a:t>作</a:t>
            </a:r>
            <a:endParaRPr lang="en-US" altLang="ja-JP" dirty="0"/>
          </a:p>
          <a:p>
            <a:r>
              <a:rPr lang="en-US" altLang="ja-JP" dirty="0"/>
              <a:t>03:kano</a:t>
            </a:r>
            <a:r>
              <a:rPr lang="ja-JP" altLang="en-US" dirty="0"/>
              <a:t>作</a:t>
            </a:r>
            <a:endParaRPr lang="en-US" altLang="ja-JP" dirty="0"/>
          </a:p>
          <a:p>
            <a:r>
              <a:rPr lang="en-US" altLang="ja-JP" dirty="0"/>
              <a:t>04:Liesegang</a:t>
            </a:r>
            <a:r>
              <a:rPr lang="ja-JP" altLang="en-US" dirty="0"/>
              <a:t>作</a:t>
            </a:r>
            <a:endParaRPr lang="en-US" altLang="ja-JP" dirty="0"/>
          </a:p>
          <a:p>
            <a:r>
              <a:rPr lang="en-US" altLang="ja-JP" dirty="0"/>
              <a:t>05:rikulh</a:t>
            </a:r>
            <a:r>
              <a:rPr lang="ja-JP" altLang="en-US" dirty="0"/>
              <a:t>作</a:t>
            </a:r>
            <a:endParaRPr lang="en-US" altLang="ja-JP" dirty="0"/>
          </a:p>
          <a:p>
            <a:r>
              <a:rPr lang="en-US" altLang="ja-JP" dirty="0"/>
              <a:t>06:daiN112_Nomura</a:t>
            </a:r>
            <a:r>
              <a:rPr lang="ja-JP" altLang="en-US" dirty="0"/>
              <a:t>作</a:t>
            </a:r>
            <a:endParaRPr lang="en-US" altLang="ja-JP" dirty="0"/>
          </a:p>
          <a:p>
            <a:r>
              <a:rPr lang="en-US" altLang="ja-JP" dirty="0"/>
              <a:t>07:ShinriNakamura</a:t>
            </a:r>
            <a:r>
              <a:rPr lang="ja-JP" altLang="en-US" dirty="0"/>
              <a:t>作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94218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5676</TotalTime>
  <Words>193</Words>
  <Application>Microsoft Macintosh PowerPoint</Application>
  <PresentationFormat>ワイド画面</PresentationFormat>
  <Paragraphs>54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Office テーマ</vt:lpstr>
      <vt:lpstr>日本発のOpenMPW！</vt:lpstr>
      <vt:lpstr>2025年のOpenMPW！</vt:lpstr>
      <vt:lpstr>2025年のOpenMPW！</vt:lpstr>
      <vt:lpstr>2025年のOpenMPW！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お願い</dc:title>
  <dc:creator>Noritsuna Imamura</dc:creator>
  <cp:lastModifiedBy>Noritsuna Imamura</cp:lastModifiedBy>
  <cp:revision>30</cp:revision>
  <dcterms:created xsi:type="dcterms:W3CDTF">2024-05-26T11:20:00Z</dcterms:created>
  <dcterms:modified xsi:type="dcterms:W3CDTF">2026-02-02T10:23:16Z</dcterms:modified>
</cp:coreProperties>
</file>